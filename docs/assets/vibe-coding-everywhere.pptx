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-2286000"/>
            <a:ext cx="3657600" cy="36576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VIBE CODING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EVERYWHERE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18288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开源组合 HAPI + pb-mapper，解放双手让 AI 随时随地帮你写代码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HAPI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远程控制 AI Agent   </a:t>
            </a:r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pb-mapper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网络穿透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HAPI + pb-mapper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痛点：AI 编程的中断困境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256032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97280"/>
            <a:ext cx="54864" cy="29260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☕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离开工位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倒杯水、遛个狗、出门办事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停在那里等你审批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1097280"/>
            <a:ext cx="256032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097280"/>
            <a:ext cx="54864" cy="29260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⏸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6616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工作流中断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24231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权限请求无人响应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整个编码流程被迫暂停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256032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97280"/>
            <a:ext cx="54864" cy="29260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0080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无法远程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24231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手机无法访问本地终端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只能回到电脑前才能继续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如果你可以掏出手机，随时随地继续操控 AI Agent 写代码呢？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HAPI + pb-mapper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解决方案：Vibe Coding Everywhere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384048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51560"/>
            <a:ext cx="54864" cy="3291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128016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远程控制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HAPI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5603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Hook / MCP / SDK 旁路机制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监听并控制 AI Agent 行为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Claude Code / Codex / Gemini CLI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384048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51560"/>
            <a:ext cx="54864" cy="3291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4983480" y="128016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网络穿透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83480" y="1691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pb-mapper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98348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 Network Tunnel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5603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单端口多服务映射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实现，延迟接近直连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跨平台：Linux / macOS / Windows / 移动端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HAPI + pb-mapper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HAPI — Human API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不替换 AI Agent，而是通过旁路机制监听并控制 Agent 行为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371600"/>
            <a:ext cx="54864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64592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1828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运行层  |  Claude Code / Codex / Gemini CLI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80467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468880"/>
            <a:ext cx="54864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274320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2926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中间枢纽  |  消息中转 + 状态管理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0" y="3383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▼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56616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384048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层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2588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浏览器控制界面  |  对话历史 + 消息发送 + 权限审批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HAPI + pb-mapper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HAPI 核心能力：双模式无缝切换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384048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51560"/>
            <a:ext cx="54864" cy="21945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1234440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2344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Local 模式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坐在电脑前操作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0574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直接用终端操作 AI Agent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在后台默默同步状态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界面实时显示进度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384048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51560"/>
            <a:ext cx="54864" cy="2194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Shape 13"/>
          <p:cNvSpPr/>
          <p:nvPr/>
        </p:nvSpPr>
        <p:spPr>
          <a:xfrm>
            <a:off x="4983480" y="1234440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234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Remote 模式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8348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离开电脑，手机接管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20574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手机浏览器发送指令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转发给 Agent 执行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权限审批一键完成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804672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520440"/>
            <a:ext cx="54864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6118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切换模式不会中断会话 — Local 写到一半，切 Remote，手机上接着来，完全无缝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9776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支持多种 Agent：Claude Code / Codex / Gemini CLI / OpenCode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HAPI + pb-mapper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本地快速搭建 HAPI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033272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33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 Bun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26080" y="960120"/>
            <a:ext cx="5669280" cy="365760"/>
          </a:xfrm>
          <a:prstGeom prst="rect">
            <a:avLst>
              <a:gd name="adj" fmla="val 12500"/>
            </a:avLst>
          </a:prstGeom>
          <a:solidFill>
            <a:srgbClr val="0A0F1E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9784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https://bun.sh/install | bash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993392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&amp; 构建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926080" y="1920240"/>
            <a:ext cx="5669280" cy="640080"/>
          </a:xfrm>
          <a:prstGeom prst="rect">
            <a:avLst>
              <a:gd name="adj" fmla="val 7143"/>
            </a:avLst>
          </a:prstGeom>
          <a:solidFill>
            <a:srgbClr val="0A0F1E"/>
          </a:solidFill>
          <a:ln/>
        </p:spPr>
      </p:sp>
      <p:sp>
        <p:nvSpPr>
          <p:cNvPr id="16" name="Text 14"/>
          <p:cNvSpPr/>
          <p:nvPr/>
        </p:nvSpPr>
        <p:spPr>
          <a:xfrm>
            <a:off x="3063240" y="193852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https://github.com/humanapi-corp/hapi.git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hapi &amp;&amp; bun install &amp;&amp; bun run build:single-exe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953512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 HAPI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926080" y="2880360"/>
            <a:ext cx="5669280" cy="365760"/>
          </a:xfrm>
          <a:prstGeom prst="rect">
            <a:avLst>
              <a:gd name="adj" fmla="val 12500"/>
            </a:avLst>
          </a:prstGeom>
          <a:solidFill>
            <a:srgbClr val="0A0F1E"/>
          </a:solidFill>
          <a:ln/>
        </p:spPr>
      </p:sp>
      <p:sp>
        <p:nvSpPr>
          <p:cNvPr id="21" name="Text 19"/>
          <p:cNvSpPr/>
          <p:nvPr/>
        </p:nvSpPr>
        <p:spPr>
          <a:xfrm>
            <a:off x="3063240" y="28986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913632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 Web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926080" y="3840480"/>
            <a:ext cx="5669280" cy="365760"/>
          </a:xfrm>
          <a:prstGeom prst="rect">
            <a:avLst>
              <a:gd name="adj" fmla="val 12500"/>
            </a:avLst>
          </a:prstGeom>
          <a:solidFill>
            <a:srgbClr val="0A0F1E"/>
          </a:solidFill>
          <a:ln/>
        </p:spPr>
      </p:sp>
      <p:sp>
        <p:nvSpPr>
          <p:cNvPr id="26" name="Text 24"/>
          <p:cNvSpPr/>
          <p:nvPr/>
        </p:nvSpPr>
        <p:spPr>
          <a:xfrm>
            <a:off x="3063240" y="38587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HAPI + pb-mapper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问题：localhost 的局限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840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本机访问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浏览器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1691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5176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localhost:3006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外部访问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手机浏览器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0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87171"/>
                </a:solidFill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5176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localhost:3006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383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默认监听 localhost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只有本机能访问，手机连不上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3840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97280"/>
            <a:ext cx="54864" cy="3200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解决方案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pb-mapper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98348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网络穿透工具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26974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localhost 服务暴露到公网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手机通过公网访问 HAPI Hub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或通过 App 订阅到本地端口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HAPI + pb-mapper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pb-mapper：Rust 网络穿透工具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384048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51560"/>
            <a:ext cx="54864" cy="1417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单端口多服务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600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一个公网端口映射多个内网服务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384048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51560"/>
            <a:ext cx="54864" cy="1417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高性能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0" y="1600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延迟接近直连，资源占用极低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384048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743200"/>
            <a:ext cx="54864" cy="1417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8016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可选加密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2918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支持传输加密，保护数据安全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743200"/>
            <a:ext cx="384048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743200"/>
            <a:ext cx="54864" cy="1417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8640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全平台支持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32918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macOS / Windows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iOS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HAPI + pb-mapper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1：一键部署 pb-mapper-server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AI 编程助手中执行部署 Skill，全自动完成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371600"/>
            <a:ext cx="7680960" cy="365760"/>
          </a:xfrm>
          <a:prstGeom prst="rect">
            <a:avLst>
              <a:gd name="adj" fmla="val 12500"/>
            </a:avLst>
          </a:prstGeom>
          <a:solidFill>
            <a:srgbClr val="0A0F1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389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/pb-mapper-server-deploy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05740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编译 pb-mapper-server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2423160"/>
            <a:ext cx="9144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60604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SSH 上传到服务器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2971800"/>
            <a:ext cx="9144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15468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 systemd 服务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68680" y="3520440"/>
            <a:ext cx="9144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启动并验证运行状态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你只需要提供：服务器地址 + SSH 密钥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HAPI + pb-mapper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 &amp; 3：注册服务 + 订阅访问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384048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05840"/>
            <a:ext cx="54864" cy="1828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1143000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143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2: PC 注册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5087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填入公网服务器地址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设置服务 Key：hapi-hub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本地地址：127.0.0.1:3006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 TCP 协议，点击注册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84048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54864" cy="18288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4983480" y="114300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143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3: 手机订阅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83480" y="15087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 pb-mapper Flutter App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填入同一台服务器地址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输入服务 Key：hapi-hub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本地监听端口 3006，点击订阅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804672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10896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24612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2461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备选方案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3566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不装 App，直接公网访问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8404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在服务器上执行 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/pb-mapper-client-cli-deploy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手机直接访问 http://服务器IP:端口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114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注意：直接暴露公网需配合加密和访问控制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HAPI + pb-mapper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完整链路：从手机到代码执行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141732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71600"/>
            <a:ext cx="141732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645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手机浏览器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发送指令 / 审批权限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1828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11680" y="1371600"/>
            <a:ext cx="141732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1371600"/>
            <a:ext cx="1417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1645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pb-mapper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2103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网络穿透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1828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49040" y="1371600"/>
            <a:ext cx="141732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1371600"/>
            <a:ext cx="14173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1645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HAPI Hub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2103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消息中转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状态管理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1828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0" y="1371600"/>
            <a:ext cx="141732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1371600"/>
            <a:ext cx="14173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1645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0" y="2103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03720" y="1828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5CF6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223760" y="1371600"/>
            <a:ext cx="141732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23760" y="1371600"/>
            <a:ext cx="1417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1645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代码执行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0" y="2103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编辑 / 测试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383280"/>
            <a:ext cx="804672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338328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演示场景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37947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手机发消息 → Agent 写代码 → 弹出权限请求 → 手机点允许 → 代码完成，测试通过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HAPI + pb-mapper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0" y="-2286000"/>
            <a:ext cx="3657600" cy="36576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Shape 5"/>
          <p:cNvSpPr/>
          <p:nvPr/>
        </p:nvSpPr>
        <p:spPr>
          <a:xfrm>
            <a:off x="-2743200" y="3657600"/>
            <a:ext cx="3657600" cy="3657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1097280"/>
            <a:ext cx="804672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HAPI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926080" y="123444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12344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远程控制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让你在任何设备上操控 AI Agent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286000"/>
            <a:ext cx="804672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286000"/>
            <a:ext cx="54864" cy="960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pb-mapper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926080" y="242316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0" y="2423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网络穿透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2788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让内网服务在任何地方可达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429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HAPI  +  pb-mapper  =  Vibe Coding Everywhere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384048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4069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2519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github.com/humanapi-corp/hapi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4023360"/>
            <a:ext cx="384048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83480" y="40690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pb-mapper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42519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github.com/pysrc/pb-mapper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Everywhere</dc:title>
  <dc:subject>PptxGenJS Presentation</dc:subject>
  <dc:creator>pb-mapper</dc:creator>
  <cp:lastModifiedBy>pb-mapper</cp:lastModifiedBy>
  <cp:revision>1</cp:revision>
  <dcterms:created xsi:type="dcterms:W3CDTF">2026-02-19T18:37:06Z</dcterms:created>
  <dcterms:modified xsi:type="dcterms:W3CDTF">2026-02-19T18:37:06Z</dcterms:modified>
</cp:coreProperties>
</file>